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184D3-7FBD-457D-B161-D97C4B463EAF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028E8-7822-4778-9E56-0D905D886D48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13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028E8-7822-4778-9E56-0D905D886D48}" type="slidenum">
              <a:rPr lang="es-VE" smtClean="0"/>
              <a:t>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4440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85D7-BD7D-0C49-2E81-E47056FAB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89D71-F8B3-E435-A8A4-FB521A4F9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82F0-4BCD-8C3B-7C80-1A6CF738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A0B8D-EA96-BC71-3202-9F7A6EFA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24EE-7DE4-FC94-7274-1C530283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8842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BCC5-D2C4-D1A4-6ED0-4ADF7971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8372-E075-55D0-1235-217D6A840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246F-AF96-0AD6-24AD-FB4B96A1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85B30-A155-AA68-CD49-7F12AA5D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9987-33DC-AC1E-27A3-286C0573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823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207E-A191-9126-A4B8-896A9004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0ADA-59DB-EB09-BA35-CB118CE10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3C5CD-5B1F-8DC4-916B-A0FA82FB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DFFB3-C31B-A077-B87A-14BB5804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315C-B632-98CD-8B55-A1D800DF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7684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9B06-29AF-2CD3-AFEE-F06E9E4D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9B873-BA6A-2FBA-8213-C4E26CCED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CCB5F-AAA6-2DAB-A6F9-F206A023B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D1630-D6CB-20B4-9011-044703A8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C518A-075B-9D61-17FA-CAAD02B8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5FBE6-1949-A4A7-2553-045AB5DF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6056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909D-7762-C3D6-8BAB-9C2A6AF0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15CA1-340E-FF29-6F64-0DC5A4248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C73BA-1C9E-2D4D-8686-55D328B3E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3F5D8-55EB-16A1-1FBE-88E44DA2C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C3D62-2D45-B04F-1006-A09E923B3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A065A-9A6B-B472-EE79-AD8ECE6C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762E3-FF65-0523-3442-93DBA580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3F39A-FFD2-32C3-53DF-21EC715D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827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704E-86C6-1D63-AE68-6613A4E7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7E919-FB3D-482A-C349-492CBED8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4166F-9DC5-8B0B-B830-48C651B9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7BC28-C158-062C-8AF4-70DC727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00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FF254-0715-7D8E-771D-7BFE1390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25FCA-587C-A6D9-350D-559D7CF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6AB2D-6985-8EDC-5DB2-3F636DC1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75383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7FB4-8295-8719-541D-5AEB01ED9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366B-2D2F-04F3-F941-7AD8A6CF0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D70C6-6AE6-91CB-D2EA-C5DEECC3B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F102A-6CEE-ECC0-7378-B094EF3E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6508B-8F4E-2AFC-37A1-059F7A5F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54A2C-1439-83CE-7403-6036348A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8126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0EE5-D8DD-D71A-7F9C-24A44D4A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776F9-454A-10E9-B8B1-036C7306E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1FEBB-ACEC-4D4B-3F3D-2BAAFC96A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39017-18F6-CC69-8FD6-7DED371E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B9679-84CA-DFC6-4809-764D6CA1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8DF1-6538-3C95-9C3A-DE99FD58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1812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C398-19E4-2180-B67C-D837CA41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2D429-FC11-A160-9B39-9FE2D6B4A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BC2EE-0D82-04F0-3A18-B9BD54D4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197D7-32D1-0982-B91D-27DA99FD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9113C-95FE-F643-5618-6A304D01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31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2C20E-355F-5249-EE22-EDB82C438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47ED2-9C04-43A6-328E-5E76E9B6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6B76-863F-18F2-E241-9E2AF97C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D556-72ED-9ECC-EB51-E0007CA0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7034-974A-B8F9-1CCA-0A750C30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1366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31CA0-7986-7291-7A37-ACA3D8F6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76592-9612-BC9D-849C-5946C39D3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D76DC-FEB6-D55B-9001-2C6A02584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AD06B-F6F1-4080-8BA9-1F90516BED5E}" type="datetimeFigureOut">
              <a:rPr lang="es-VE" smtClean="0"/>
              <a:t>1/6/2026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871A-022A-7F61-AE4B-82487B41E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CE34-0883-94EE-31AE-7276E7DC8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F9D73-717A-4FAB-A7EB-B5729B23015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6539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228D9B-4623-D00D-30E6-3E9E0F149194}"/>
              </a:ext>
            </a:extLst>
          </p:cNvPr>
          <p:cNvSpPr/>
          <p:nvPr/>
        </p:nvSpPr>
        <p:spPr>
          <a:xfrm>
            <a:off x="3747052" y="99390"/>
            <a:ext cx="2348948" cy="6555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32614-F690-D41E-1989-DE070241B149}"/>
              </a:ext>
            </a:extLst>
          </p:cNvPr>
          <p:cNvSpPr/>
          <p:nvPr/>
        </p:nvSpPr>
        <p:spPr>
          <a:xfrm>
            <a:off x="3747052" y="99392"/>
            <a:ext cx="2348948" cy="3497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2119-01B3-7B85-27E6-317E339EF7F2}"/>
              </a:ext>
            </a:extLst>
          </p:cNvPr>
          <p:cNvSpPr/>
          <p:nvPr/>
        </p:nvSpPr>
        <p:spPr>
          <a:xfrm>
            <a:off x="3840480" y="203200"/>
            <a:ext cx="511549" cy="1866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sz="1200" dirty="0"/>
              <a:t>Logo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30F3B7-EDC6-ECC6-CD71-D5D244A1F6EF}"/>
              </a:ext>
            </a:extLst>
          </p:cNvPr>
          <p:cNvGrpSpPr/>
          <p:nvPr/>
        </p:nvGrpSpPr>
        <p:grpSpPr>
          <a:xfrm>
            <a:off x="5754954" y="182850"/>
            <a:ext cx="205315" cy="188785"/>
            <a:chOff x="6579870" y="198120"/>
            <a:chExt cx="299720" cy="22606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DC5F24-4795-2BA3-9975-81BC79274013}"/>
                </a:ext>
              </a:extLst>
            </p:cNvPr>
            <p:cNvCxnSpPr>
              <a:cxnSpLocks/>
            </p:cNvCxnSpPr>
            <p:nvPr/>
          </p:nvCxnSpPr>
          <p:spPr>
            <a:xfrm>
              <a:off x="6579870" y="311150"/>
              <a:ext cx="2997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00E21D-8360-A65B-C94A-780654A32863}"/>
                </a:ext>
              </a:extLst>
            </p:cNvPr>
            <p:cNvCxnSpPr>
              <a:cxnSpLocks/>
            </p:cNvCxnSpPr>
            <p:nvPr/>
          </p:nvCxnSpPr>
          <p:spPr>
            <a:xfrm>
              <a:off x="6579870" y="367665"/>
              <a:ext cx="2997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B50B03-CAF0-DE7B-0FCD-AD87B713DDD1}"/>
                </a:ext>
              </a:extLst>
            </p:cNvPr>
            <p:cNvCxnSpPr>
              <a:cxnSpLocks/>
            </p:cNvCxnSpPr>
            <p:nvPr/>
          </p:nvCxnSpPr>
          <p:spPr>
            <a:xfrm>
              <a:off x="6579870" y="254635"/>
              <a:ext cx="2997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5F2464B-6743-4187-DA6E-F22C56D0E5F7}"/>
                </a:ext>
              </a:extLst>
            </p:cNvPr>
            <p:cNvCxnSpPr>
              <a:cxnSpLocks/>
            </p:cNvCxnSpPr>
            <p:nvPr/>
          </p:nvCxnSpPr>
          <p:spPr>
            <a:xfrm>
              <a:off x="6579870" y="198120"/>
              <a:ext cx="2997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1B8AF81-E95B-4D82-E2AD-3351DB45A173}"/>
                </a:ext>
              </a:extLst>
            </p:cNvPr>
            <p:cNvCxnSpPr>
              <a:cxnSpLocks/>
            </p:cNvCxnSpPr>
            <p:nvPr/>
          </p:nvCxnSpPr>
          <p:spPr>
            <a:xfrm>
              <a:off x="6579870" y="424180"/>
              <a:ext cx="2997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92CE1-71A1-CEAE-2F37-1E1DAB4859EF}"/>
              </a:ext>
            </a:extLst>
          </p:cNvPr>
          <p:cNvSpPr/>
          <p:nvPr/>
        </p:nvSpPr>
        <p:spPr>
          <a:xfrm>
            <a:off x="3747052" y="571500"/>
            <a:ext cx="2348948" cy="14127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4A28D8-58DA-45EB-D632-811E98D175CE}"/>
              </a:ext>
            </a:extLst>
          </p:cNvPr>
          <p:cNvCxnSpPr>
            <a:cxnSpLocks/>
          </p:cNvCxnSpPr>
          <p:nvPr/>
        </p:nvCxnSpPr>
        <p:spPr>
          <a:xfrm>
            <a:off x="3747052" y="561340"/>
            <a:ext cx="2348948" cy="1412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A089737-7F54-91BB-6B21-5E4E95E50152}"/>
              </a:ext>
            </a:extLst>
          </p:cNvPr>
          <p:cNvCxnSpPr>
            <a:cxnSpLocks/>
          </p:cNvCxnSpPr>
          <p:nvPr/>
        </p:nvCxnSpPr>
        <p:spPr>
          <a:xfrm flipH="1">
            <a:off x="3747052" y="561340"/>
            <a:ext cx="2348948" cy="14228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CF27A44-E484-7DC0-BFFA-089308194B50}"/>
              </a:ext>
            </a:extLst>
          </p:cNvPr>
          <p:cNvSpPr/>
          <p:nvPr/>
        </p:nvSpPr>
        <p:spPr>
          <a:xfrm>
            <a:off x="4096254" y="1098369"/>
            <a:ext cx="1561295" cy="3521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dirty="0"/>
              <a:t>Hero </a:t>
            </a:r>
            <a:r>
              <a:rPr lang="es-VE" dirty="0" err="1"/>
              <a:t>Image</a:t>
            </a:r>
            <a:endParaRPr lang="es-V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6EE9C7-202B-5A39-DA6C-A8C7CA73AF93}"/>
              </a:ext>
            </a:extLst>
          </p:cNvPr>
          <p:cNvSpPr/>
          <p:nvPr/>
        </p:nvSpPr>
        <p:spPr>
          <a:xfrm>
            <a:off x="3747037" y="6305081"/>
            <a:ext cx="2348948" cy="3497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sz="1200" dirty="0"/>
              <a:t>Footer – Contac – Social Media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166E6F-5A89-2EA3-5776-57CE595ED151}"/>
              </a:ext>
            </a:extLst>
          </p:cNvPr>
          <p:cNvGrpSpPr/>
          <p:nvPr/>
        </p:nvGrpSpPr>
        <p:grpSpPr>
          <a:xfrm>
            <a:off x="3905591" y="2132853"/>
            <a:ext cx="2047065" cy="1274143"/>
            <a:chOff x="3905591" y="2132853"/>
            <a:chExt cx="2047065" cy="127414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04ADA5-D884-90A2-B906-0A8358D5D56F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BD2ABFD-1616-CCFC-6429-6727DBFE23DF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D672BD-F4C6-ED7C-6D52-188501B32BFB}"/>
              </a:ext>
            </a:extLst>
          </p:cNvPr>
          <p:cNvGrpSpPr/>
          <p:nvPr/>
        </p:nvGrpSpPr>
        <p:grpSpPr>
          <a:xfrm>
            <a:off x="3905591" y="4857392"/>
            <a:ext cx="2047065" cy="1274143"/>
            <a:chOff x="3905591" y="2132853"/>
            <a:chExt cx="2047065" cy="127414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BFCE5A9-B73F-4BB4-8384-749F92F90A01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05E47F-E62E-BDC7-A211-07F19E27F1D6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1B4BD39-AA76-0534-5CA4-4FEAFDCBF539}"/>
              </a:ext>
            </a:extLst>
          </p:cNvPr>
          <p:cNvGrpSpPr/>
          <p:nvPr/>
        </p:nvGrpSpPr>
        <p:grpSpPr>
          <a:xfrm>
            <a:off x="3905591" y="3495123"/>
            <a:ext cx="2047065" cy="1274143"/>
            <a:chOff x="3905591" y="2132853"/>
            <a:chExt cx="2047065" cy="12741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E8CBBFC-295A-A468-AD5C-94F15366A1EE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92E1CBA-70CA-FFA9-5821-C467D3B775DB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2918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67E3-8C05-372F-1699-552A57DF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8935D6-A2E1-6124-9722-FFA64E8A35F8}"/>
              </a:ext>
            </a:extLst>
          </p:cNvPr>
          <p:cNvSpPr/>
          <p:nvPr/>
        </p:nvSpPr>
        <p:spPr>
          <a:xfrm>
            <a:off x="933449" y="99390"/>
            <a:ext cx="10029825" cy="6555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6E983-730D-F2D5-1E00-98472518CEB7}"/>
              </a:ext>
            </a:extLst>
          </p:cNvPr>
          <p:cNvSpPr/>
          <p:nvPr/>
        </p:nvSpPr>
        <p:spPr>
          <a:xfrm>
            <a:off x="933449" y="99391"/>
            <a:ext cx="10029825" cy="481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A2CE3-2E29-F689-6403-7E16244E408A}"/>
              </a:ext>
            </a:extLst>
          </p:cNvPr>
          <p:cNvSpPr/>
          <p:nvPr/>
        </p:nvSpPr>
        <p:spPr>
          <a:xfrm>
            <a:off x="1043282" y="165348"/>
            <a:ext cx="1233193" cy="3497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sz="1200" dirty="0"/>
              <a:t>Logo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3E54B6-11DB-0405-9770-2FFBFC572FAD}"/>
              </a:ext>
            </a:extLst>
          </p:cNvPr>
          <p:cNvGrpSpPr/>
          <p:nvPr/>
        </p:nvGrpSpPr>
        <p:grpSpPr>
          <a:xfrm>
            <a:off x="4873955" y="709986"/>
            <a:ext cx="5908345" cy="2404689"/>
            <a:chOff x="3747052" y="561340"/>
            <a:chExt cx="2348948" cy="142286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DE52F4-F1BF-9EB2-2DDC-AD155F63EAA8}"/>
                </a:ext>
              </a:extLst>
            </p:cNvPr>
            <p:cNvSpPr/>
            <p:nvPr/>
          </p:nvSpPr>
          <p:spPr>
            <a:xfrm>
              <a:off x="3747052" y="571500"/>
              <a:ext cx="2348948" cy="14127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1A713B2-C173-ADC6-BE84-4D087C2D2DA0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52" y="561340"/>
              <a:ext cx="2348948" cy="14127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5073BCF-4A2B-23CD-A0EE-53939DDBBA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052" y="561340"/>
              <a:ext cx="2348948" cy="14228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C9BDE9-718B-3879-286A-CE9A4CE9585A}"/>
                </a:ext>
              </a:extLst>
            </p:cNvPr>
            <p:cNvSpPr/>
            <p:nvPr/>
          </p:nvSpPr>
          <p:spPr>
            <a:xfrm>
              <a:off x="4096254" y="1098369"/>
              <a:ext cx="1561295" cy="352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sz="2000" dirty="0"/>
                <a:t>Hero </a:t>
              </a:r>
              <a:r>
                <a:rPr lang="es-VE" sz="2000" dirty="0" err="1"/>
                <a:t>Image</a:t>
              </a:r>
              <a:endParaRPr lang="es-VE" sz="2000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D3B8F24-2FED-059F-487C-C102EAAE7ED5}"/>
              </a:ext>
            </a:extLst>
          </p:cNvPr>
          <p:cNvSpPr/>
          <p:nvPr/>
        </p:nvSpPr>
        <p:spPr>
          <a:xfrm>
            <a:off x="933449" y="5886199"/>
            <a:ext cx="10029824" cy="768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 sz="12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B48438-AFDA-1355-422C-3BF06F5531C6}"/>
              </a:ext>
            </a:extLst>
          </p:cNvPr>
          <p:cNvGrpSpPr/>
          <p:nvPr/>
        </p:nvGrpSpPr>
        <p:grpSpPr>
          <a:xfrm>
            <a:off x="1134184" y="3224694"/>
            <a:ext cx="3028241" cy="1518756"/>
            <a:chOff x="3905591" y="2132853"/>
            <a:chExt cx="2047065" cy="127414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B3F9143-A0B9-A8A0-F039-695460D4C31F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5969CC9-ADCF-8F89-C841-DA743AEDDD69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6225C2-7621-A7F4-70EB-2E892B700241}"/>
              </a:ext>
            </a:extLst>
          </p:cNvPr>
          <p:cNvSpPr txBox="1"/>
          <p:nvPr/>
        </p:nvSpPr>
        <p:spPr>
          <a:xfrm>
            <a:off x="7200900" y="165348"/>
            <a:ext cx="3733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/>
              <a:t>Home | </a:t>
            </a:r>
            <a:r>
              <a:rPr lang="es-VE" sz="1400" b="1" dirty="0" err="1"/>
              <a:t>Destination</a:t>
            </a:r>
            <a:r>
              <a:rPr lang="es-VE" sz="1400" b="1" dirty="0"/>
              <a:t> | Gallery | </a:t>
            </a:r>
            <a:r>
              <a:rPr lang="es-VE" sz="1400" b="1" dirty="0" err="1"/>
              <a:t>About</a:t>
            </a:r>
            <a:r>
              <a:rPr lang="es-VE" sz="1400" b="1" dirty="0"/>
              <a:t> | </a:t>
            </a:r>
            <a:r>
              <a:rPr lang="es-VE" sz="1400" b="1" dirty="0" err="1"/>
              <a:t>Contact</a:t>
            </a:r>
            <a:endParaRPr lang="es-VE" sz="1400" b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A19A9F-2889-15FB-0498-4F8B9387F17D}"/>
              </a:ext>
            </a:extLst>
          </p:cNvPr>
          <p:cNvGrpSpPr/>
          <p:nvPr/>
        </p:nvGrpSpPr>
        <p:grpSpPr>
          <a:xfrm>
            <a:off x="1114425" y="727821"/>
            <a:ext cx="3607130" cy="2387518"/>
            <a:chOff x="1114425" y="727821"/>
            <a:chExt cx="3607130" cy="247981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847ADFE-8803-6B75-973C-A2AAFB098506}"/>
                </a:ext>
              </a:extLst>
            </p:cNvPr>
            <p:cNvSpPr/>
            <p:nvPr/>
          </p:nvSpPr>
          <p:spPr>
            <a:xfrm>
              <a:off x="1114425" y="727821"/>
              <a:ext cx="3607130" cy="24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621405-C973-D0DE-6455-D27C628DCB2B}"/>
                </a:ext>
              </a:extLst>
            </p:cNvPr>
            <p:cNvSpPr txBox="1"/>
            <p:nvPr/>
          </p:nvSpPr>
          <p:spPr>
            <a:xfrm>
              <a:off x="1266825" y="904875"/>
              <a:ext cx="2733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dirty="0"/>
                <a:t>Welcome Title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BE1CB3-116F-2158-B15F-E8449054F213}"/>
                </a:ext>
              </a:extLst>
            </p:cNvPr>
            <p:cNvSpPr/>
            <p:nvPr/>
          </p:nvSpPr>
          <p:spPr>
            <a:xfrm>
              <a:off x="1266825" y="1361633"/>
              <a:ext cx="3321721" cy="17149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/>
                <a:t>Welcome </a:t>
              </a:r>
              <a:r>
                <a:rPr lang="es-VE" dirty="0" err="1"/>
                <a:t>message</a:t>
              </a:r>
              <a:endParaRPr lang="es-VE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D8CCDA-D0D8-B1B1-71BC-DA2AF5971FDF}"/>
              </a:ext>
            </a:extLst>
          </p:cNvPr>
          <p:cNvGrpSpPr/>
          <p:nvPr/>
        </p:nvGrpSpPr>
        <p:grpSpPr>
          <a:xfrm>
            <a:off x="4437942" y="3224694"/>
            <a:ext cx="3028241" cy="1518756"/>
            <a:chOff x="3905591" y="2132853"/>
            <a:chExt cx="2047065" cy="127414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C8DFCC-0A1C-7343-2D1B-CEB8CDC8618A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4F4A94-C7AE-4351-E689-C0B83387A42F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34B8CE-8211-B808-7B43-40292B96FAA5}"/>
              </a:ext>
            </a:extLst>
          </p:cNvPr>
          <p:cNvGrpSpPr/>
          <p:nvPr/>
        </p:nvGrpSpPr>
        <p:grpSpPr>
          <a:xfrm>
            <a:off x="7754059" y="3224694"/>
            <a:ext cx="3028241" cy="1518756"/>
            <a:chOff x="3905591" y="2132853"/>
            <a:chExt cx="2047065" cy="12741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C3861CC-1A5D-8B66-4C22-31A96F609E38}"/>
                </a:ext>
              </a:extLst>
            </p:cNvPr>
            <p:cNvSpPr/>
            <p:nvPr/>
          </p:nvSpPr>
          <p:spPr>
            <a:xfrm>
              <a:off x="3905591" y="2132853"/>
              <a:ext cx="2047065" cy="12741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VE" dirty="0" err="1"/>
                <a:t>Image</a:t>
              </a:r>
              <a:endParaRPr lang="es-VE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0E6E80-C180-3E2A-911D-543AE23E82C6}"/>
                </a:ext>
              </a:extLst>
            </p:cNvPr>
            <p:cNvSpPr txBox="1"/>
            <p:nvPr/>
          </p:nvSpPr>
          <p:spPr>
            <a:xfrm>
              <a:off x="4038600" y="2979420"/>
              <a:ext cx="17163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VE" sz="1000" dirty="0"/>
                <a:t>Destination1</a:t>
              </a:r>
            </a:p>
            <a:p>
              <a:r>
                <a:rPr lang="es-VE" sz="1000" dirty="0"/>
                <a:t>Brief </a:t>
              </a:r>
              <a:r>
                <a:rPr lang="es-VE" sz="1000" dirty="0" err="1"/>
                <a:t>description</a:t>
              </a:r>
              <a:endParaRPr lang="es-VE" sz="10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1A12FDF-2A70-45CF-2845-904218944C00}"/>
              </a:ext>
            </a:extLst>
          </p:cNvPr>
          <p:cNvSpPr/>
          <p:nvPr/>
        </p:nvSpPr>
        <p:spPr>
          <a:xfrm>
            <a:off x="1134184" y="4870640"/>
            <a:ext cx="9648116" cy="8883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19774D-4A9A-58E4-D035-4B6E7C9DA82F}"/>
              </a:ext>
            </a:extLst>
          </p:cNvPr>
          <p:cNvSpPr txBox="1"/>
          <p:nvPr/>
        </p:nvSpPr>
        <p:spPr>
          <a:xfrm>
            <a:off x="5327948" y="4887451"/>
            <a:ext cx="115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err="1"/>
              <a:t>Features</a:t>
            </a:r>
            <a:endParaRPr lang="es-VE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6F5865-2754-66D6-FDCE-4CDE6F214364}"/>
              </a:ext>
            </a:extLst>
          </p:cNvPr>
          <p:cNvSpPr txBox="1"/>
          <p:nvPr/>
        </p:nvSpPr>
        <p:spPr>
          <a:xfrm>
            <a:off x="1330945" y="5316618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 err="1"/>
              <a:t>Destination</a:t>
            </a:r>
            <a:r>
              <a:rPr lang="es-VE" dirty="0"/>
              <a:t>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79B992-8C8D-45A5-C283-320F8B651F7B}"/>
              </a:ext>
            </a:extLst>
          </p:cNvPr>
          <p:cNvSpPr txBox="1"/>
          <p:nvPr/>
        </p:nvSpPr>
        <p:spPr>
          <a:xfrm>
            <a:off x="5021882" y="5316618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 err="1"/>
              <a:t>Destination</a:t>
            </a:r>
            <a:r>
              <a:rPr lang="es-VE" dirty="0"/>
              <a:t>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987D8F-4D58-114C-C5A8-F0478173E4BC}"/>
              </a:ext>
            </a:extLst>
          </p:cNvPr>
          <p:cNvSpPr txBox="1"/>
          <p:nvPr/>
        </p:nvSpPr>
        <p:spPr>
          <a:xfrm>
            <a:off x="8712820" y="5316618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 err="1"/>
              <a:t>Destination</a:t>
            </a:r>
            <a:r>
              <a:rPr lang="es-VE" dirty="0"/>
              <a:t>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813F87-1146-6169-9B36-B16973CB1902}"/>
              </a:ext>
            </a:extLst>
          </p:cNvPr>
          <p:cNvSpPr txBox="1"/>
          <p:nvPr/>
        </p:nvSpPr>
        <p:spPr>
          <a:xfrm>
            <a:off x="1330945" y="6050043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/>
              <a:t>Quick Links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499DE7-AF1F-B867-29A3-27D0814952CB}"/>
              </a:ext>
            </a:extLst>
          </p:cNvPr>
          <p:cNvSpPr txBox="1"/>
          <p:nvPr/>
        </p:nvSpPr>
        <p:spPr>
          <a:xfrm>
            <a:off x="5021882" y="6050043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/>
              <a:t>Contac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47BDB7-27B6-C6F1-8DAD-4A72BD80B42D}"/>
              </a:ext>
            </a:extLst>
          </p:cNvPr>
          <p:cNvSpPr txBox="1"/>
          <p:nvPr/>
        </p:nvSpPr>
        <p:spPr>
          <a:xfrm>
            <a:off x="8712820" y="6050043"/>
            <a:ext cx="16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dirty="0"/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val="66048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62</Words>
  <Application>Microsoft Office PowerPoint</Application>
  <PresentationFormat>Widescreen</PresentationFormat>
  <Paragraphs>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x6678@365mmt.com</dc:creator>
  <cp:lastModifiedBy>x6678@365mmt.com</cp:lastModifiedBy>
  <cp:revision>5</cp:revision>
  <dcterms:created xsi:type="dcterms:W3CDTF">2026-06-01T22:54:36Z</dcterms:created>
  <dcterms:modified xsi:type="dcterms:W3CDTF">2026-06-01T23:34:31Z</dcterms:modified>
</cp:coreProperties>
</file>